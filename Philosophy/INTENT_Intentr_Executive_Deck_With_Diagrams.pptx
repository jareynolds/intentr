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17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concept: AI has changed engineering economics. Set the tone: governance, not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inflection point. Emphasize review capacity vs generation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silent risk: drift happens before failure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INTENT as complementary, not adversarial, to Agile/DevOps.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Anchor the economic inversion. Pause here—this is the key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INTENT clearly. This is philosophy, not a product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shift from velocity metrics to decision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lifecycle deliberately. Stress re-derivation.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UbeCode as implementation, not another dev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Preempt objections. This slide reduces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Translate outcomes into executive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audience a self-identification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INTENT as governing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 urgency without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with confidence and inevitability.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INTENT-Based Engineering</a:t>
            </a:r>
          </a:p>
          <a:p>
            <a:r>
              <a:t>Governing AI-Assisted Software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</a:t>
            </a:r>
          </a:p>
          <a:p>
            <a:r>
              <a:t>The Reference Platform for INTENT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Inflection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generates code, tests, and infrastructure faster than humans can review.</a:t>
            </a:r>
          </a:p>
          <a:p>
            <a:r>
              <a:t>Execution is no longer scarce.</a:t>
            </a:r>
          </a:p>
          <a:p>
            <a:endParaRPr/>
          </a:p>
          <a:p>
            <a:r>
              <a:t>Decision quality and intent clarity are now the bottleneck.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Risk: Velocity Without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Systems evolve faster than intent is preserved.</a:t>
            </a:r>
          </a:p>
          <a:p>
            <a:r>
              <a:t>Architecture drifts invisibly.</a:t>
            </a:r>
          </a:p>
          <a:p>
            <a:r>
              <a:t>Complexity grows while confidence declines.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Models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optimizes iteration speed.</a:t>
            </a:r>
          </a:p>
          <a:p>
            <a:r>
              <a:t>DevOps optimizes delivery mechanics.</a:t>
            </a:r>
          </a:p>
          <a:p>
            <a:r>
              <a:t>AI tools optimize output generation.</a:t>
            </a:r>
          </a:p>
          <a:p>
            <a:endParaRPr/>
          </a:p>
          <a:p>
            <a:r>
              <a:t>None govern intent preservation.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inverts engineering economics:</a:t>
            </a:r>
          </a:p>
          <a:p>
            <a:r>
              <a:t>- Code is cheap</a:t>
            </a:r>
          </a:p>
          <a:p>
            <a:r>
              <a:t>- Execution is instant</a:t>
            </a:r>
          </a:p>
          <a:p>
            <a:r>
              <a:t>- Ambiguity is expensive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Intent-Centered, Engineering-Driven Notation for Transformation</a:t>
            </a:r>
          </a:p>
          <a:p>
            <a:endParaRPr/>
          </a:p>
          <a:p>
            <a:r>
              <a:t>Human intent is the highest-value input.</a:t>
            </a:r>
          </a:p>
          <a:p>
            <a:r>
              <a:t>Specifications must be authoritative.</a:t>
            </a:r>
          </a:p>
          <a:p>
            <a:r>
              <a:t>AI must be constrained, not trusted.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INTENT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building faster to building correctly at scale.</a:t>
            </a:r>
          </a:p>
          <a:p>
            <a:endParaRPr/>
          </a:p>
          <a:p>
            <a:r>
              <a:t>Focus shifts from velocity to decision fidelity.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Intent Declaration</a:t>
            </a:r>
          </a:p>
          <a:p>
            <a:r>
              <a:rPr dirty="0"/>
              <a:t>2. Formal Specification</a:t>
            </a:r>
          </a:p>
          <a:p>
            <a:r>
              <a:rPr dirty="0"/>
              <a:t>3. </a:t>
            </a:r>
            <a:r>
              <a:t>AI-Driven </a:t>
            </a:r>
            <a:r>
              <a:rPr lang="en-US"/>
              <a:t>Implementation</a:t>
            </a:r>
            <a:endParaRPr dirty="0"/>
          </a:p>
          <a:p>
            <a:r>
              <a:rPr dirty="0"/>
              <a:t>4. Continuous Validation</a:t>
            </a:r>
          </a:p>
          <a:p>
            <a:r>
              <a:rPr dirty="0"/>
              <a:t>5. Intent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UbeCode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 operationalizes INTENT:</a:t>
            </a:r>
          </a:p>
          <a:p>
            <a:r>
              <a:t>- Captures intent</a:t>
            </a:r>
          </a:p>
          <a:p>
            <a:r>
              <a:t>- Enforces specifications</a:t>
            </a:r>
          </a:p>
          <a:p>
            <a:r>
              <a:t>- Governs AI derivation</a:t>
            </a:r>
          </a:p>
          <a:p>
            <a:r>
              <a:t>- Prevents intent 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UbeCode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an IDE</a:t>
            </a:r>
          </a:p>
          <a:p>
            <a:r>
              <a:t>Not a prompt tool</a:t>
            </a:r>
          </a:p>
          <a:p>
            <a:r>
              <a:t>Not a code generator</a:t>
            </a:r>
          </a:p>
          <a:p>
            <a:r>
              <a:t>Not a low-code platform</a:t>
            </a:r>
          </a:p>
          <a:p>
            <a:endParaRPr/>
          </a:p>
          <a:p>
            <a:r>
              <a:t>UbeCode is a governing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without loss of control.</a:t>
            </a:r>
          </a:p>
          <a:p>
            <a:r>
              <a:t>Architecture that survives scale.</a:t>
            </a:r>
          </a:p>
          <a:p>
            <a:r>
              <a:t>Auditable, repeatable derivation.</a:t>
            </a:r>
          </a:p>
          <a:p>
            <a:r>
              <a:t>Reduced long-term complexity.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INTENT Is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writes more code than humans.</a:t>
            </a:r>
          </a:p>
          <a:p>
            <a:r>
              <a:t>Systems are safety or compliance critical.</a:t>
            </a:r>
          </a:p>
          <a:p>
            <a:r>
              <a:t>Architecture must evolve over years.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manages work.</a:t>
            </a:r>
          </a:p>
          <a:p>
            <a:r>
              <a:t>DevOps ships systems.</a:t>
            </a:r>
          </a:p>
          <a:p>
            <a:r>
              <a:t>AI accelerates execution.</a:t>
            </a:r>
          </a:p>
          <a:p>
            <a:endParaRPr/>
          </a:p>
          <a:p>
            <a:r>
              <a:t>INTENT governs what must remain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capability is accelerating faster than governance.</a:t>
            </a:r>
          </a:p>
          <a:p>
            <a:r>
              <a:t>Organizations without intent control will lose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intent explicit.</a:t>
            </a:r>
          </a:p>
          <a:p>
            <a:r>
              <a:t>Scale with confidence.</a:t>
            </a:r>
          </a:p>
          <a:p>
            <a:endParaRPr/>
          </a:p>
          <a:p>
            <a:r>
              <a:t>INTENT preserves meaning.</a:t>
            </a:r>
          </a:p>
          <a:p>
            <a:r>
              <a:t>UbeCode makes INTENT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The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accelerates execution faster than organizations can preserve intent.</a:t>
            </a:r>
          </a:p>
          <a:p>
            <a:r>
              <a:t>This creates silent architectural and compliance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The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governs AI-assisted engineering by making intent and specification authoritative.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adopters define standards.</a:t>
            </a:r>
          </a:p>
          <a:p>
            <a:r>
              <a:t>Late adopters inherit complexity and risk.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Category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defines a new category: AI Engineering Governance.</a:t>
            </a:r>
          </a:p>
          <a:p>
            <a:r>
              <a:t>UbeCode is the reference implementation.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Market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code generation is commoditizing.</a:t>
            </a:r>
          </a:p>
          <a:p>
            <a:r>
              <a:t>Governance and trust become the value layer.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Defensibility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Philosophy + Framework + Platform create durable differentiation.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 Lifecycle (Governance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</a:t>
            </a:r>
          </a:p>
          <a:p>
            <a:r>
              <a:t>Declaration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Formal</a:t>
            </a:r>
          </a:p>
          <a:p>
            <a:r>
              <a:t>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System</a:t>
            </a:r>
          </a:p>
          <a:p>
            <a:r>
              <a:t>Derivation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Continuous</a:t>
            </a:r>
          </a:p>
          <a:p>
            <a: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</a:t>
            </a:r>
          </a:p>
          <a:p>
            <a:r>
              <a:t>Evolution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 Governance Overlay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640080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 (Governing Layer)</a:t>
            </a:r>
          </a:p>
          <a:p>
            <a:endParaRPr/>
          </a:p>
          <a:p>
            <a:r>
              <a:t>• Intent &amp; Specification Authority</a:t>
            </a:r>
          </a:p>
          <a:p>
            <a:r>
              <a:t>• AI Derivation Control</a:t>
            </a:r>
          </a:p>
          <a:p>
            <a:r>
              <a:t>• Continuous Validation</a:t>
            </a:r>
          </a:p>
          <a:p>
            <a:endParaRPr/>
          </a:p>
          <a:p>
            <a:r>
              <a:t>Operating Above:</a:t>
            </a:r>
          </a:p>
          <a:p>
            <a:r>
              <a:t>Agile • DevOps • AI Tooling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686</Words>
  <Application>Microsoft Macintosh PowerPoint</Application>
  <PresentationFormat>On-screen Show (4:3)</PresentationFormat>
  <Paragraphs>134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INTENT-Based Engineering Governing AI-Assisted Software at Scale</vt:lpstr>
      <vt:lpstr>The Inflection Point</vt:lpstr>
      <vt:lpstr>The New Risk: Velocity Without Meaning</vt:lpstr>
      <vt:lpstr>Why Existing Models Fall Short</vt:lpstr>
      <vt:lpstr>The Core Insight</vt:lpstr>
      <vt:lpstr>Introducing INTENT</vt:lpstr>
      <vt:lpstr>What INTENT Changes</vt:lpstr>
      <vt:lpstr>The INTENT Framework</vt:lpstr>
      <vt:lpstr>Where UbeCode Fits</vt:lpstr>
      <vt:lpstr>What UbeCode Is Not</vt:lpstr>
      <vt:lpstr>Enterprise Outcomes</vt:lpstr>
      <vt:lpstr>When INTENT Is Required</vt:lpstr>
      <vt:lpstr>Strategic Positioning</vt:lpstr>
      <vt:lpstr>Why This Matters Now</vt:lpstr>
      <vt:lpstr>Closing</vt:lpstr>
      <vt:lpstr>Board Summary: The Risk</vt:lpstr>
      <vt:lpstr>Board Summary: The Answer</vt:lpstr>
      <vt:lpstr>Board Summary: Why Now</vt:lpstr>
      <vt:lpstr>Investor View: Category Creation</vt:lpstr>
      <vt:lpstr>Investor View: Market Timing</vt:lpstr>
      <vt:lpstr>Investor View: Defensibility</vt:lpstr>
      <vt:lpstr>INTENT Lifecycle (Governance Flow)</vt:lpstr>
      <vt:lpstr>INTENT Governance Overlay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cosoute info</cp:lastModifiedBy>
  <cp:revision>2</cp:revision>
  <dcterms:created xsi:type="dcterms:W3CDTF">2013-01-27T09:14:16Z</dcterms:created>
  <dcterms:modified xsi:type="dcterms:W3CDTF">2025-12-24T22:24:53Z</dcterms:modified>
  <cp:category/>
</cp:coreProperties>
</file>