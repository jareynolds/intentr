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6"/>
  </p:normalViewPr>
  <p:slideViewPr>
    <p:cSldViewPr snapToGrid="0" snapToObjects="1">
      <p:cViewPr varScale="1">
        <p:scale>
          <a:sx n="109" d="100"/>
          <a:sy n="109" d="100"/>
        </p:scale>
        <p:origin x="174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788624"/>
          </a:xfrm>
        </p:spPr>
        <p:txBody>
          <a:bodyPr>
            <a:noAutofit/>
          </a:bodyPr>
          <a:lstStyle/>
          <a:p>
            <a:r>
              <a:rPr sz="3600" dirty="0"/>
              <a:t>INTENT-Based Engineering</a:t>
            </a:r>
          </a:p>
          <a:p>
            <a:r>
              <a:rPr sz="3600" dirty="0"/>
              <a:t>Governing AI-Assisted Software at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0615" y="2508738"/>
            <a:ext cx="8229600" cy="3125055"/>
          </a:xfrm>
        </p:spPr>
        <p:txBody>
          <a:bodyPr/>
          <a:lstStyle/>
          <a:p>
            <a:r>
              <a:rPr dirty="0" err="1"/>
              <a:t>UbeCode</a:t>
            </a:r>
            <a:endParaRPr dirty="0"/>
          </a:p>
          <a:p>
            <a:r>
              <a:rPr dirty="0"/>
              <a:t>The Reference Platform for INTENT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Inflection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generates code, tests, and infrastructure faster than humans can review.</a:t>
            </a:r>
          </a:p>
          <a:p>
            <a:r>
              <a:t>Execution is no longer scarce.</a:t>
            </a:r>
          </a:p>
          <a:p>
            <a:endParaRPr/>
          </a:p>
          <a:p>
            <a:r>
              <a:t>Decision quality and intent clarity are now the bottleneck.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New Risk: Velocity Without Meaning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Systems evolve faster than intent is preserved.</a:t>
            </a:r>
          </a:p>
          <a:p>
            <a:r>
              <a:t>Architecture drifts invisibly.</a:t>
            </a:r>
          </a:p>
          <a:p>
            <a:r>
              <a:t>Complexity grows while confidence declines.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Existing Models Fall Short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Agile optimizes iteration speed.</a:t>
            </a:r>
          </a:p>
          <a:p>
            <a:r>
              <a:t>DevOps optimizes delivery mechanics.</a:t>
            </a:r>
          </a:p>
          <a:p>
            <a:r>
              <a:t>AI tools optimize output generation.</a:t>
            </a:r>
          </a:p>
          <a:p>
            <a:endParaRPr/>
          </a:p>
          <a:p>
            <a:r>
              <a:t>None govern intent preservation.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Core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inverts engineering economics:</a:t>
            </a:r>
          </a:p>
          <a:p>
            <a:r>
              <a:t>- Code is cheap</a:t>
            </a:r>
          </a:p>
          <a:p>
            <a:r>
              <a:t>- Execution is instant</a:t>
            </a:r>
          </a:p>
          <a:p>
            <a:r>
              <a:t>- Ambiguity is expensive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Introducing INTENT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Intent-Centered, Engineering-Driven Notation for Transformation</a:t>
            </a:r>
          </a:p>
          <a:p>
            <a:endParaRPr/>
          </a:p>
          <a:p>
            <a:r>
              <a:t>Human intent is the highest-value input.</a:t>
            </a:r>
          </a:p>
          <a:p>
            <a:r>
              <a:t>Specifications must be authoritative.</a:t>
            </a:r>
          </a:p>
          <a:p>
            <a:r>
              <a:t>AI must be constrained, not trusted.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INTENT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building faster to building correctly at scale.</a:t>
            </a:r>
          </a:p>
          <a:p>
            <a:endParaRPr/>
          </a:p>
          <a:p>
            <a:r>
              <a:t>Focus shifts from velocity to decision fidelity.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INTENT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Intent Declaration</a:t>
            </a:r>
          </a:p>
          <a:p>
            <a:r>
              <a:t>2. Formal Specification</a:t>
            </a:r>
          </a:p>
          <a:p>
            <a:r>
              <a:t>3. AI-Driven Derivation</a:t>
            </a:r>
          </a:p>
          <a:p>
            <a:r>
              <a:t>4. Continuous Validation</a:t>
            </a:r>
          </a:p>
          <a:p>
            <a:r>
              <a:t>5. Intent Evolution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UbeCode 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UbeCode operationalizes INTENT:</a:t>
            </a:r>
          </a:p>
          <a:p>
            <a:r>
              <a:t>- Captures intent</a:t>
            </a:r>
          </a:p>
          <a:p>
            <a:r>
              <a:t>- Enforces specifications</a:t>
            </a:r>
          </a:p>
          <a:p>
            <a:r>
              <a:t>- Governs AI derivation</a:t>
            </a:r>
          </a:p>
          <a:p>
            <a:r>
              <a:t>- Prevents intent drift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UbeCode Is Not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 an IDE</a:t>
            </a:r>
          </a:p>
          <a:p>
            <a:r>
              <a:t>Not a prompt tool</a:t>
            </a:r>
          </a:p>
          <a:p>
            <a:r>
              <a:t>Not a code generator</a:t>
            </a:r>
          </a:p>
          <a:p>
            <a:r>
              <a:t>Not a low-code platform</a:t>
            </a:r>
          </a:p>
          <a:p>
            <a:endParaRPr/>
          </a:p>
          <a:p>
            <a:r>
              <a:t>UbeCode is a governing platform.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adoption without loss of control.</a:t>
            </a:r>
          </a:p>
          <a:p>
            <a:r>
              <a:t>Architecture that survives scale.</a:t>
            </a:r>
          </a:p>
          <a:p>
            <a:r>
              <a:t>Auditable, repeatable derivation.</a:t>
            </a:r>
          </a:p>
          <a:p>
            <a:r>
              <a:t>Reduced long-term complexity.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INTENT Is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writes more code than humans.</a:t>
            </a:r>
          </a:p>
          <a:p>
            <a:r>
              <a:t>Systems are safety or compliance critical.</a:t>
            </a:r>
          </a:p>
          <a:p>
            <a:r>
              <a:t>Architecture must evolve over years.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Agile manages work.</a:t>
            </a:r>
          </a:p>
          <a:p>
            <a:r>
              <a:t>DevOps ships systems.</a:t>
            </a:r>
          </a:p>
          <a:p>
            <a:r>
              <a:t>AI accelerates execution.</a:t>
            </a:r>
          </a:p>
          <a:p>
            <a:endParaRPr/>
          </a:p>
          <a:p>
            <a:r>
              <a:t>INTENT governs what must remain true.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capability is accelerating faster than governance.</a:t>
            </a:r>
          </a:p>
          <a:p>
            <a:r>
              <a:t>Organizations without intent control will lose trust.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Make intent explicit.</a:t>
            </a:r>
          </a:p>
          <a:p>
            <a:r>
              <a:t>Scale with confidence.</a:t>
            </a:r>
          </a:p>
          <a:p>
            <a:endParaRPr/>
          </a:p>
          <a:p>
            <a:r>
              <a:t>INTENT preserves meaning.</a:t>
            </a:r>
          </a:p>
          <a:p>
            <a:r>
              <a:t>UbeCode makes INTENT real.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340</Words>
  <Application>Microsoft Macintosh PowerPoint</Application>
  <PresentationFormat>On-screen Show (4:3)</PresentationFormat>
  <Paragraphs>77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INTENT-Based Engineering Governing AI-Assisted Software at Scale</vt:lpstr>
      <vt:lpstr>The Inflection Point</vt:lpstr>
      <vt:lpstr>The New Risk: Velocity Without Meaning</vt:lpstr>
      <vt:lpstr>Why Existing Models Fall Short</vt:lpstr>
      <vt:lpstr>The Core Insight</vt:lpstr>
      <vt:lpstr>Introducing INTENT</vt:lpstr>
      <vt:lpstr>What INTENT Changes</vt:lpstr>
      <vt:lpstr>The INTENT Framework</vt:lpstr>
      <vt:lpstr>Where UbeCode Fits</vt:lpstr>
      <vt:lpstr>What UbeCode Is Not</vt:lpstr>
      <vt:lpstr>Enterprise Outcomes</vt:lpstr>
      <vt:lpstr>When INTENT Is Required</vt:lpstr>
      <vt:lpstr>Strategic Positioning</vt:lpstr>
      <vt:lpstr>Why This Matters Now</vt:lpstr>
      <vt:lpstr>Closing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cosoute info</cp:lastModifiedBy>
  <cp:revision>2</cp:revision>
  <dcterms:created xsi:type="dcterms:W3CDTF">2013-01-27T09:14:16Z</dcterms:created>
  <dcterms:modified xsi:type="dcterms:W3CDTF">2025-12-21T17:09:58Z</dcterms:modified>
  <cp:category/>
</cp:coreProperties>
</file>