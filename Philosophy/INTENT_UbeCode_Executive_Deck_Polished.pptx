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3"/>
    <p:sldId id="272" r:id="rId24"/>
    <p:sldId id="273" r:id="rId25"/>
    <p:sldId id="274" r:id="rId26"/>
    <p:sldId id="275" r:id="rId27"/>
    <p:sldId id="276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concept: AI has changed engineering economics. Set the tone: governance, not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inflection point. Emphasize review capacity vs generation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silent risk: drift happens before failure is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INTENT as complementary, not adversarial, to Agile/DevOps.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the economic inversion. Pause here—this is the key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INTENT clearly. This is philosophy, not a product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shift from velocity metrics to decision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lifecycle deliberately. Stress re-derivation.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UbeCode as implementation, not another dev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Preempt objections. This slide reduces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Translate outcomes into executive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audience a self-identification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INTENT as governing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urgency without 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confidence and inevitability.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Board-level summary. Keep concise and strategic.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Board-level summary. Keep concise and strategic.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Board-level summary. Keep concise and strategic.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 framing: inevitability and differentiation.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 framing: inevitability and differentiation.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 framing: inevitability and differentiation.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INTENT-Based Engineering</a:t>
            </a:r>
          </a:p>
          <a:p>
            <a:r>
              <a:t>Governing AI-Assisted Software at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UbeCode</a:t>
            </a:r>
          </a:p>
          <a:p>
            <a:r>
              <a:t>The Reference Platform for INTENT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Inflection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generates code, tests, and infrastructure faster than humans can review.</a:t>
            </a:r>
          </a:p>
          <a:p>
            <a:r>
              <a:t>Execution is no longer scarce.</a:t>
            </a:r>
          </a:p>
          <a:p/>
          <a:p>
            <a:r>
              <a:t>Decision quality and intent clarity are now the bottleneck.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Risk: Velocity Without Meaning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Systems evolve faster than intent is preserved.</a:t>
            </a:r>
          </a:p>
          <a:p>
            <a:r>
              <a:t>Architecture drifts invisibly.</a:t>
            </a:r>
          </a:p>
          <a:p>
            <a:r>
              <a:t>Complexity grows while confidence declines.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Existing Models Fall Short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 optimizes iteration speed.</a:t>
            </a:r>
          </a:p>
          <a:p>
            <a:r>
              <a:t>DevOps optimizes delivery mechanics.</a:t>
            </a:r>
          </a:p>
          <a:p>
            <a:r>
              <a:t>AI tools optimize output generation.</a:t>
            </a:r>
          </a:p>
          <a:p/>
          <a:p>
            <a:r>
              <a:t>None govern intent preservation.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inverts engineering economics:</a:t>
            </a:r>
          </a:p>
          <a:p>
            <a:r>
              <a:t>- Code is cheap</a:t>
            </a:r>
          </a:p>
          <a:p>
            <a:r>
              <a:t>- Execution is instant</a:t>
            </a:r>
          </a:p>
          <a:p>
            <a:r>
              <a:t>- Ambiguity is expensive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Intent-Centered, Engineering-Driven Notation for Transformation</a:t>
            </a:r>
          </a:p>
          <a:p/>
          <a:p>
            <a:r>
              <a:t>Human intent is the highest-value input.</a:t>
            </a:r>
          </a:p>
          <a:p>
            <a:r>
              <a:t>Specifications must be authoritative.</a:t>
            </a:r>
          </a:p>
          <a:p>
            <a:r>
              <a:t>AI must be constrained, not trusted.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INTENT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building faster to building correctly at scale.</a:t>
            </a:r>
          </a:p>
          <a:p/>
          <a:p>
            <a:r>
              <a:t>Focus shifts from velocity to decision fidelity.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INTENT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Intent Declaration</a:t>
            </a:r>
          </a:p>
          <a:p>
            <a:r>
              <a:t>2. Formal Specification</a:t>
            </a:r>
          </a:p>
          <a:p>
            <a:r>
              <a:t>3. AI-Driven Derivation</a:t>
            </a:r>
          </a:p>
          <a:p>
            <a:r>
              <a:t>4. Continuous Validation</a:t>
            </a:r>
          </a:p>
          <a:p>
            <a:r>
              <a:t>5. Intent Evolution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UbeCode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UbeCode operationalizes INTENT:</a:t>
            </a:r>
          </a:p>
          <a:p>
            <a:r>
              <a:t>- Captures intent</a:t>
            </a:r>
          </a:p>
          <a:p>
            <a:r>
              <a:t>- Enforces specifications</a:t>
            </a:r>
          </a:p>
          <a:p>
            <a:r>
              <a:t>- Governs AI derivation</a:t>
            </a:r>
          </a:p>
          <a:p>
            <a:r>
              <a:t>- Prevents intent drift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UbeCode Is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an IDE</a:t>
            </a:r>
          </a:p>
          <a:p>
            <a:r>
              <a:t>Not a prompt tool</a:t>
            </a:r>
          </a:p>
          <a:p>
            <a:r>
              <a:t>Not a code generator</a:t>
            </a:r>
          </a:p>
          <a:p>
            <a:r>
              <a:t>Not a low-code platform</a:t>
            </a:r>
          </a:p>
          <a:p/>
          <a:p>
            <a:r>
              <a:t>UbeCode is a governing platform.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adoption without loss of control.</a:t>
            </a:r>
          </a:p>
          <a:p>
            <a:r>
              <a:t>Architecture that survives scale.</a:t>
            </a:r>
          </a:p>
          <a:p>
            <a:r>
              <a:t>Auditable, repeatable derivation.</a:t>
            </a:r>
          </a:p>
          <a:p>
            <a:r>
              <a:t>Reduced long-term complexity.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INTENT Is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writes more code than humans.</a:t>
            </a:r>
          </a:p>
          <a:p>
            <a:r>
              <a:t>Systems are safety or compliance critical.</a:t>
            </a:r>
          </a:p>
          <a:p>
            <a:r>
              <a:t>Architecture must evolve over years.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 manages work.</a:t>
            </a:r>
          </a:p>
          <a:p>
            <a:r>
              <a:t>DevOps ships systems.</a:t>
            </a:r>
          </a:p>
          <a:p>
            <a:r>
              <a:t>AI accelerates execution.</a:t>
            </a:r>
          </a:p>
          <a:p/>
          <a:p>
            <a:r>
              <a:t>INTENT governs what must remain true.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capability is accelerating faster than governance.</a:t>
            </a:r>
          </a:p>
          <a:p>
            <a:r>
              <a:t>Organizations without intent control will lose trust.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Make intent explicit.</a:t>
            </a:r>
          </a:p>
          <a:p>
            <a:r>
              <a:t>Scale with confidence.</a:t>
            </a:r>
          </a:p>
          <a:p/>
          <a:p>
            <a:r>
              <a:t>INTENT preserves meaning.</a:t>
            </a:r>
          </a:p>
          <a:p>
            <a:r>
              <a:t>UbeCode makes INTENT real.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Board Summary: The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accelerates execution faster than organizations can preserve intent.</a:t>
            </a:r>
          </a:p>
          <a:p>
            <a:r>
              <a:t>This creates silent architectural and compliance risk.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Board Summary: The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INTENT governs AI-assisted engineering by making intent and specification authoritative.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Board Summary: 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adopters define standards.</a:t>
            </a:r>
          </a:p>
          <a:p>
            <a:r>
              <a:t>Late adopters inherit complexity and risk.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Investor View: Category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INTENT defines a new category: AI Engineering Governance.</a:t>
            </a:r>
          </a:p>
          <a:p>
            <a:r>
              <a:t>UbeCode is the reference implementation.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Investor View: Market Timing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code generation is commoditizing.</a:t>
            </a:r>
          </a:p>
          <a:p>
            <a:r>
              <a:t>Governance and trust become the value layer.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Investor View: Defensibility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Philosophy + Framework + Platform create durable differentiation.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